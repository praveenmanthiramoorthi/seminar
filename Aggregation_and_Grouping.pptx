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&amp; Grouping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5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and organizing data with pandas DataFrames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0F304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480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df.groupby("Department")</a:t>
            </a:r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["Marks"]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.mean()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Aggregation?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combining multiple values into a single summary value — such as the sum, average, minimum, maximum, or count.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18104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900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Sum:  </a:t>
            </a:r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all the values together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21024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930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 </a:t>
            </a:r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mean value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959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Maximum:  </a:t>
            </a:r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largest value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26864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4988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Minimum:  </a:t>
            </a:r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smallest value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129784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017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 </a:t>
            </a:r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non-empty values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169164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values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2331720"/>
            <a:ext cx="777240" cy="640080"/>
          </a:xfrm>
          <a:prstGeom prst="roundRect">
            <a:avLst>
              <a:gd name="adj" fmla="val 11429"/>
            </a:avLst>
          </a:prstGeom>
          <a:solidFill>
            <a:srgbClr val="E6F5F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23317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03920" y="2331720"/>
            <a:ext cx="777240" cy="640080"/>
          </a:xfrm>
          <a:prstGeom prst="roundRect">
            <a:avLst>
              <a:gd name="adj" fmla="val 11429"/>
            </a:avLst>
          </a:prstGeom>
          <a:solidFill>
            <a:srgbClr val="E6F5F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3317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418320" y="2331720"/>
            <a:ext cx="777240" cy="640080"/>
          </a:xfrm>
          <a:prstGeom prst="roundRect">
            <a:avLst>
              <a:gd name="adj" fmla="val 11429"/>
            </a:avLst>
          </a:prstGeom>
          <a:solidFill>
            <a:srgbClr val="E6F5F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23317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332720" y="2331720"/>
            <a:ext cx="777240" cy="640080"/>
          </a:xfrm>
          <a:prstGeom prst="roundRect">
            <a:avLst>
              <a:gd name="adj" fmla="val 11429"/>
            </a:avLst>
          </a:prstGeom>
          <a:solidFill>
            <a:srgbClr val="E6F5F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0" y="23317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8952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aggregate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32520" y="3657600"/>
            <a:ext cx="1645920" cy="1737360"/>
          </a:xfrm>
          <a:prstGeom prst="roundRect">
            <a:avLst>
              <a:gd name="adj" fmla="val 7778"/>
            </a:avLst>
          </a:prstGeom>
          <a:solidFill>
            <a:srgbClr val="0B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8732520" y="3794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86.25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732520" y="4526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vs Grouping in Pandas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Aggregating Student Marks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pic>
        <p:nvPicPr>
          <p:cNvPr id="6" name="Image 0" descr="/home/claude/proj/images/IMG_20260709_1107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3755451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15087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1828800"/>
            <a:ext cx="3581191" cy="3017520"/>
          </a:xfrm>
          <a:prstGeom prst="roundRect">
            <a:avLst>
              <a:gd name="adj" fmla="val 2424"/>
            </a:avLst>
          </a:prstGeom>
          <a:solidFill>
            <a:srgbClr val="0F3049"/>
          </a:solidFill>
          <a:ln/>
        </p:spPr>
      </p:sp>
      <p:pic>
        <p:nvPicPr>
          <p:cNvPr id="9" name="Image 1" descr="/home/claude/proj/images/IMG_20260709_11070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65960"/>
            <a:ext cx="3306871" cy="274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4846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Sum: 345   |   Average: 86.25   |   Max: 92   |   Min: 78   |   Count: 4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vs Grouping in Pandas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pd.DataFrame(data)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591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table (DataFrame)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df["Marks"]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23591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Marks column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136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.sum()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5021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all values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3136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.mean()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35021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average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279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.max()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6451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largest value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206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4279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.min()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46451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smallest value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5422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.count()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7881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non-empty values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5349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5422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57881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output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vs Grouping in Pandas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Grouping?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data into groups based on a common column, then performing operations such as sum, average, or count on each group separately.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5526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272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groupby(column):  </a:t>
            </a:r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rows sharing a common value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21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summary:  </a:t>
            </a:r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gets its own result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439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159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use:  </a:t>
            </a:r>
            <a:pPr indent="0" marL="0">
              <a:buNone/>
            </a:pPr>
            <a:r>
              <a:rPr lang="en-US" sz="14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categories, e.g. by department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0" y="169164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Department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0" y="237744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377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75520" y="2377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589520" y="33375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33375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75520" y="33375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589520" y="429768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4297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75520" y="42976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vs Grouping in Pandas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Average Marks by Department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pic>
        <p:nvPicPr>
          <p:cNvPr id="6" name="Image 0" descr="/home/claude/proj/images/IMG_20260709_1106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3907048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15087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1828800"/>
            <a:ext cx="4408714" cy="3566160"/>
          </a:xfrm>
          <a:prstGeom prst="roundRect">
            <a:avLst>
              <a:gd name="adj" fmla="val 2051"/>
            </a:avLst>
          </a:prstGeom>
          <a:solidFill>
            <a:srgbClr val="0F3049"/>
          </a:solidFill>
          <a:ln/>
        </p:spPr>
      </p:sp>
      <p:pic>
        <p:nvPicPr>
          <p:cNvPr id="9" name="Image 1" descr="/home/claude/proj/images/IMG_20260709_1106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65960"/>
            <a:ext cx="4134394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54406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groupby("Department")["Marks"].mean()  →  one average per department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vs Grouping in Pandas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B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groupby("Department")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87452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rows based on the Department column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7432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["Marks"]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74320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Marks column from each group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6118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.mean()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361188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average marks for each group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4805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448056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grouped result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53492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534924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grouped 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vs Grouping in Pandas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vs Grouping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 between the two concepts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0F304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3347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146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the entire dataset into one value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68503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566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average marks of all students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73659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6177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functions like sum(), mean(), max(), min(), count()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0F304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26334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5146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data into groups before summarizing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6850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566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average marks department-wise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7365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6177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groupby() along with aggregation functions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vs Grouping in Pandas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Aggregation and Grouping in Pandas</dc:title>
  <dc:subject>PptxGenJS Presentation</dc:subject>
  <dc:creator>Pandas Notes</dc:creator>
  <cp:lastModifiedBy>Pandas Notes</cp:lastModifiedBy>
  <cp:revision>1</cp:revision>
  <dcterms:created xsi:type="dcterms:W3CDTF">2026-07-09T05:40:27Z</dcterms:created>
  <dcterms:modified xsi:type="dcterms:W3CDTF">2026-07-09T05:40:27Z</dcterms:modified>
</cp:coreProperties>
</file>